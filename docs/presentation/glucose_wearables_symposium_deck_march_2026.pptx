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d3VbcEwyWKB02c0trNBKQUMmb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769476" y="220196"/>
            <a:ext cx="9422524" cy="6637806"/>
          </a:xfrm>
          <a:custGeom>
            <a:rect b="b" l="l" r="r" t="t"/>
            <a:pathLst>
              <a:path extrusionOk="0" h="5770597" w="819150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rot="-3079828">
            <a:off x="1613162" y="1492572"/>
            <a:ext cx="2987899" cy="2987899"/>
          </a:xfrm>
          <a:prstGeom prst="arc">
            <a:avLst>
              <a:gd fmla="val 14455503" name="adj1"/>
              <a:gd fmla="val 227775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038600" y="1939159"/>
            <a:ext cx="7644627" cy="27510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Glucose Forecasting from Wearables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512458" y="4782320"/>
            <a:ext cx="8170770" cy="1329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Goal: predict glucose 30 minutes ahead using wearable signals + self-logged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 chased this question</a:t>
            </a:r>
            <a:endParaRPr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54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~1GB XML file on Apple Watch. Didn’t know what to do with it….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Realized that wearables have a TON of health data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Tracking glucose is an important issue for a lot of people</a:t>
            </a:r>
            <a:endParaRPr/>
          </a:p>
          <a:p>
            <a:pPr indent="0" lvl="0" marL="25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predict glucose with just your wearable data?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(quick, non-specialist)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 flipH="1" rot="-5400000">
            <a:off x="555710" y="2183223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54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Glucose = blood sugar. Going too low or too high can be dangerous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CGM (continuous glucose monitor) = sensor that measures glucose every few minutes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Problem: CGMs can be expensive, inconsistently worn, or not always available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40546" y="1011045"/>
            <a:ext cx="4369859" cy="4369859"/>
          </a:xfrm>
          <a:prstGeom prst="roundRect">
            <a:avLst>
              <a:gd fmla="val 275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56826" y="1112969"/>
            <a:ext cx="3937298" cy="41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 flipH="1">
            <a:off x="530529" y="0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 flipH="1">
            <a:off x="3961511" y="-1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 flipH="1">
            <a:off x="0" y="2936831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096000" y="820880"/>
            <a:ext cx="5257799" cy="4889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54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If someone has a wearable, can we forecast glucose without using CGM at prediction time?</a:t>
            </a:r>
            <a:endParaRPr/>
          </a:p>
          <a:p>
            <a:pPr indent="0" lvl="0" marL="25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Does learning from someone’s own history (personalization) help?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 flipH="1">
            <a:off x="0" y="5835649"/>
            <a:ext cx="1548180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 flipH="1">
            <a:off x="3418308" y="5717905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 flipH="1">
            <a:off x="4132972" y="625875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38200" y="365125"/>
            <a:ext cx="555848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snapshot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38200" y="1825625"/>
            <a:ext cx="555848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54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Participants: 25 people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Sampling: 5-minute intervals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size: 61,858 test points (across 25 users)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Inputs: heart rate, steps, calories, time; plus self-logged meals (carbs) and insulin (basal/bolus)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CGM glucose 30 minutes in the future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 rot="-5400000">
            <a:off x="8912417" y="1218531"/>
            <a:ext cx="2387600" cy="23876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821310" y="0"/>
            <a:ext cx="2315251" cy="1550992"/>
          </a:xfrm>
          <a:custGeom>
            <a:rect b="b" l="l" r="r" t="t"/>
            <a:pathLst>
              <a:path extrusionOk="0" h="1550992" w="2315251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11724638" y="1331572"/>
            <a:ext cx="0" cy="1597708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5"/>
          <p:cNvSpPr/>
          <p:nvPr/>
        </p:nvSpPr>
        <p:spPr>
          <a:xfrm>
            <a:off x="11005550" y="4112081"/>
            <a:ext cx="1186451" cy="1771650"/>
          </a:xfrm>
          <a:custGeom>
            <a:rect b="b" l="l" r="r" t="t"/>
            <a:pathLst>
              <a:path extrusionOk="0" h="1771650" w="1186451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 rot="-607105">
            <a:off x="6086940" y="4145122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821310" y="4962670"/>
            <a:ext cx="2643352" cy="1895331"/>
          </a:xfrm>
          <a:custGeom>
            <a:rect b="b" l="l" r="r" t="t"/>
            <a:pathLst>
              <a:path extrusionOk="0" h="1895331" w="2643352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0" y="4"/>
            <a:ext cx="12192000" cy="2295238"/>
          </a:xfrm>
          <a:custGeom>
            <a:rect b="b" l="l" r="r" t="t"/>
            <a:pathLst>
              <a:path extrusionOk="0" h="2079137" w="12192000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137036" y="548640"/>
            <a:ext cx="954340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What was compared (3 model setups)</a:t>
            </a:r>
            <a:endParaRPr sz="4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798576" y="2295242"/>
            <a:ext cx="10594848" cy="332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54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1) General model: “can I predict you on day 1”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2) Personalized model: “can I learn you over time”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3) Personalized + CGM history: “I already have CGM data, can I forecast 30 mins in the future”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2224586" y="5970896"/>
            <a:ext cx="9967416" cy="887104"/>
          </a:xfrm>
          <a:custGeom>
            <a:rect b="b" l="l" r="r" t="t"/>
            <a:pathLst>
              <a:path extrusionOk="0" h="918356" w="9517857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Results (lower error is better)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slide6_0c9b44a035.png" id="86" name="Google Shape;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960125"/>
            <a:ext cx="10972799" cy="58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results mean</a:t>
            </a:r>
            <a:endParaRPr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370153" y="1526033"/>
            <a:ext cx="5650773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Wearables alone aren’t reliable for </a:t>
            </a: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glucose numbers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Personalization helps a bit, but barely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 flipH="1" rot="1790889">
            <a:off x="715850" y="795372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38200" y="1461360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54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meal/insulin log timing errors; missing biology signals (stress, hormones, sleep quality); individual drift over time</a:t>
            </a:r>
            <a:endParaRPr/>
          </a:p>
          <a:p>
            <a:pPr indent="-228600" lvl="0" marL="254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add better features (sleep/HRV, exercise intensity, meal composition) and test longer CGM-off gaps</a:t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6792396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10517460" y="4737713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7474281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+ what I’d try next</a:t>
            </a:r>
            <a:endParaRPr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2026-03-03T06:53:44Z</dcterms:created>
  <dc:creator>PptxGenJS</dc:creator>
</cp:coreProperties>
</file>